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28D6D-58E7-4EBC-B24F-E9EF82A33CDD}" v="26" dt="2024-01-08T04:09:41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52" autoAdjust="0"/>
  </p:normalViewPr>
  <p:slideViewPr>
    <p:cSldViewPr snapToGrid="0">
      <p:cViewPr>
        <p:scale>
          <a:sx n="150" d="100"/>
          <a:sy n="150" d="100"/>
        </p:scale>
        <p:origin x="-1962" y="-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ying Tang" userId="bff37a03ae40f000" providerId="LiveId" clId="{E6728D6D-58E7-4EBC-B24F-E9EF82A33CDD}"/>
    <pc:docChg chg="undo custSel addSld delSld modSld sldOrd">
      <pc:chgData name="Yingying Tang" userId="bff37a03ae40f000" providerId="LiveId" clId="{E6728D6D-58E7-4EBC-B24F-E9EF82A33CDD}" dt="2024-01-19T17:08:20.763" v="864" actId="1076"/>
      <pc:docMkLst>
        <pc:docMk/>
      </pc:docMkLst>
      <pc:sldChg chg="modSp new mod">
        <pc:chgData name="Yingying Tang" userId="bff37a03ae40f000" providerId="LiveId" clId="{E6728D6D-58E7-4EBC-B24F-E9EF82A33CDD}" dt="2024-01-10T04:11:14.163" v="821" actId="20577"/>
        <pc:sldMkLst>
          <pc:docMk/>
          <pc:sldMk cId="1799023695" sldId="256"/>
        </pc:sldMkLst>
        <pc:spChg chg="mod">
          <ac:chgData name="Yingying Tang" userId="bff37a03ae40f000" providerId="LiveId" clId="{E6728D6D-58E7-4EBC-B24F-E9EF82A33CDD}" dt="2024-01-10T04:11:14.163" v="821" actId="20577"/>
          <ac:spMkLst>
            <pc:docMk/>
            <pc:sldMk cId="1799023695" sldId="256"/>
            <ac:spMk id="2" creationId="{C5BE4467-86A7-75E8-C738-C61F6F53907D}"/>
          </ac:spMkLst>
        </pc:spChg>
        <pc:spChg chg="mod">
          <ac:chgData name="Yingying Tang" userId="bff37a03ae40f000" providerId="LiveId" clId="{E6728D6D-58E7-4EBC-B24F-E9EF82A33CDD}" dt="2024-01-07T22:26:08.138" v="75" actId="20577"/>
          <ac:spMkLst>
            <pc:docMk/>
            <pc:sldMk cId="1799023695" sldId="256"/>
            <ac:spMk id="3" creationId="{DA6E9161-7EC6-AB74-7A54-1EE45986593A}"/>
          </ac:spMkLst>
        </pc:spChg>
      </pc:sldChg>
      <pc:sldChg chg="modSp new del mod">
        <pc:chgData name="Yingying Tang" userId="bff37a03ae40f000" providerId="LiveId" clId="{E6728D6D-58E7-4EBC-B24F-E9EF82A33CDD}" dt="2024-01-08T06:10:51.331" v="710" actId="47"/>
        <pc:sldMkLst>
          <pc:docMk/>
          <pc:sldMk cId="2726241313" sldId="257"/>
        </pc:sldMkLst>
        <pc:spChg chg="mod">
          <ac:chgData name="Yingying Tang" userId="bff37a03ae40f000" providerId="LiveId" clId="{E6728D6D-58E7-4EBC-B24F-E9EF82A33CDD}" dt="2024-01-07T22:26:42.383" v="165" actId="20577"/>
          <ac:spMkLst>
            <pc:docMk/>
            <pc:sldMk cId="2726241313" sldId="257"/>
            <ac:spMk id="2" creationId="{B320F708-8716-08A9-8222-CCFD0C87C770}"/>
          </ac:spMkLst>
        </pc:spChg>
      </pc:sldChg>
      <pc:sldChg chg="addSp delSp modSp new mod setBg addAnim delAnim">
        <pc:chgData name="Yingying Tang" userId="bff37a03ae40f000" providerId="LiveId" clId="{E6728D6D-58E7-4EBC-B24F-E9EF82A33CDD}" dt="2024-01-19T17:05:31.095" v="847" actId="1076"/>
        <pc:sldMkLst>
          <pc:docMk/>
          <pc:sldMk cId="3339298116" sldId="258"/>
        </pc:sldMkLst>
        <pc:spChg chg="mod">
          <ac:chgData name="Yingying Tang" userId="bff37a03ae40f000" providerId="LiveId" clId="{E6728D6D-58E7-4EBC-B24F-E9EF82A33CDD}" dt="2024-01-07T23:04:41.118" v="494" actId="1076"/>
          <ac:spMkLst>
            <pc:docMk/>
            <pc:sldMk cId="3339298116" sldId="258"/>
            <ac:spMk id="2" creationId="{81E14773-8A30-B071-35AD-FD1B54350FCA}"/>
          </ac:spMkLst>
        </pc:spChg>
        <pc:spChg chg="add del mod">
          <ac:chgData name="Yingying Tang" userId="bff37a03ae40f000" providerId="LiveId" clId="{E6728D6D-58E7-4EBC-B24F-E9EF82A33CDD}" dt="2024-01-07T22:39:43.494" v="276" actId="478"/>
          <ac:spMkLst>
            <pc:docMk/>
            <pc:sldMk cId="3339298116" sldId="258"/>
            <ac:spMk id="3" creationId="{E5E383EF-A6D6-AC0B-86C6-9C9980820793}"/>
          </ac:spMkLst>
        </pc:spChg>
        <pc:spChg chg="add del mod">
          <ac:chgData name="Yingying Tang" userId="bff37a03ae40f000" providerId="LiveId" clId="{E6728D6D-58E7-4EBC-B24F-E9EF82A33CDD}" dt="2024-01-07T22:33:14.866" v="209"/>
          <ac:spMkLst>
            <pc:docMk/>
            <pc:sldMk cId="3339298116" sldId="258"/>
            <ac:spMk id="8" creationId="{3709AB65-3ECC-3283-8562-D7D4B4840E68}"/>
          </ac:spMkLst>
        </pc:spChg>
        <pc:spChg chg="add del mod">
          <ac:chgData name="Yingying Tang" userId="bff37a03ae40f000" providerId="LiveId" clId="{E6728D6D-58E7-4EBC-B24F-E9EF82A33CDD}" dt="2024-01-07T22:33:14.866" v="209"/>
          <ac:spMkLst>
            <pc:docMk/>
            <pc:sldMk cId="3339298116" sldId="258"/>
            <ac:spMk id="9" creationId="{E079D33A-454A-F781-71BA-CC8A23E42437}"/>
          </ac:spMkLst>
        </pc:spChg>
        <pc:spChg chg="add mod">
          <ac:chgData name="Yingying Tang" userId="bff37a03ae40f000" providerId="LiveId" clId="{E6728D6D-58E7-4EBC-B24F-E9EF82A33CDD}" dt="2024-01-07T22:33:22.971" v="211" actId="164"/>
          <ac:spMkLst>
            <pc:docMk/>
            <pc:sldMk cId="3339298116" sldId="258"/>
            <ac:spMk id="11" creationId="{0C78A2E5-CA07-8927-6566-8B6FE36DF335}"/>
          </ac:spMkLst>
        </pc:spChg>
        <pc:spChg chg="add mod">
          <ac:chgData name="Yingying Tang" userId="bff37a03ae40f000" providerId="LiveId" clId="{E6728D6D-58E7-4EBC-B24F-E9EF82A33CDD}" dt="2024-01-07T22:33:22.971" v="211" actId="164"/>
          <ac:spMkLst>
            <pc:docMk/>
            <pc:sldMk cId="3339298116" sldId="258"/>
            <ac:spMk id="12" creationId="{B57D3318-56DA-3132-29E1-675344F4E168}"/>
          </ac:spMkLst>
        </pc:spChg>
        <pc:spChg chg="add mod">
          <ac:chgData name="Yingying Tang" userId="bff37a03ae40f000" providerId="LiveId" clId="{E6728D6D-58E7-4EBC-B24F-E9EF82A33CDD}" dt="2024-01-07T22:33:22.971" v="211" actId="164"/>
          <ac:spMkLst>
            <pc:docMk/>
            <pc:sldMk cId="3339298116" sldId="258"/>
            <ac:spMk id="13" creationId="{E05EE55F-A9AC-31CD-8C85-E0B3F1162C87}"/>
          </ac:spMkLst>
        </pc:spChg>
        <pc:spChg chg="mod">
          <ac:chgData name="Yingying Tang" userId="bff37a03ae40f000" providerId="LiveId" clId="{E6728D6D-58E7-4EBC-B24F-E9EF82A33CDD}" dt="2024-01-07T22:33:52.695" v="215"/>
          <ac:spMkLst>
            <pc:docMk/>
            <pc:sldMk cId="3339298116" sldId="258"/>
            <ac:spMk id="16" creationId="{4B2B2064-4ACC-47E6-7C4E-081B4A1EFE63}"/>
          </ac:spMkLst>
        </pc:spChg>
        <pc:spChg chg="mod">
          <ac:chgData name="Yingying Tang" userId="bff37a03ae40f000" providerId="LiveId" clId="{E6728D6D-58E7-4EBC-B24F-E9EF82A33CDD}" dt="2024-01-07T22:33:52.695" v="215"/>
          <ac:spMkLst>
            <pc:docMk/>
            <pc:sldMk cId="3339298116" sldId="258"/>
            <ac:spMk id="17" creationId="{3BCB9845-EF6E-D3CE-111E-0528B79872E7}"/>
          </ac:spMkLst>
        </pc:spChg>
        <pc:spChg chg="mod">
          <ac:chgData name="Yingying Tang" userId="bff37a03ae40f000" providerId="LiveId" clId="{E6728D6D-58E7-4EBC-B24F-E9EF82A33CDD}" dt="2024-01-07T22:33:52.695" v="215"/>
          <ac:spMkLst>
            <pc:docMk/>
            <pc:sldMk cId="3339298116" sldId="258"/>
            <ac:spMk id="18" creationId="{5D5141C1-C8B3-BBEF-9E98-56BCD4643D65}"/>
          </ac:spMkLst>
        </pc:spChg>
        <pc:spChg chg="mod">
          <ac:chgData name="Yingying Tang" userId="bff37a03ae40f000" providerId="LiveId" clId="{E6728D6D-58E7-4EBC-B24F-E9EF82A33CDD}" dt="2024-01-07T22:33:52.695" v="215"/>
          <ac:spMkLst>
            <pc:docMk/>
            <pc:sldMk cId="3339298116" sldId="258"/>
            <ac:spMk id="19" creationId="{B4B5E4CE-9221-AC5D-A766-ABB96C3A2C0C}"/>
          </ac:spMkLst>
        </pc:spChg>
        <pc:spChg chg="mod">
          <ac:chgData name="Yingying Tang" userId="bff37a03ae40f000" providerId="LiveId" clId="{E6728D6D-58E7-4EBC-B24F-E9EF82A33CDD}" dt="2024-01-07T22:33:52.695" v="215"/>
          <ac:spMkLst>
            <pc:docMk/>
            <pc:sldMk cId="3339298116" sldId="258"/>
            <ac:spMk id="20" creationId="{B79ED889-036B-C971-39E2-D6EA6CA2B034}"/>
          </ac:spMkLst>
        </pc:spChg>
        <pc:spChg chg="mod">
          <ac:chgData name="Yingying Tang" userId="bff37a03ae40f000" providerId="LiveId" clId="{E6728D6D-58E7-4EBC-B24F-E9EF82A33CDD}" dt="2024-01-07T22:33:52.695" v="215"/>
          <ac:spMkLst>
            <pc:docMk/>
            <pc:sldMk cId="3339298116" sldId="258"/>
            <ac:spMk id="21" creationId="{79D10979-6B06-E08F-36B7-6D473B5A442D}"/>
          </ac:spMkLst>
        </pc:spChg>
        <pc:spChg chg="mod">
          <ac:chgData name="Yingying Tang" userId="bff37a03ae40f000" providerId="LiveId" clId="{E6728D6D-58E7-4EBC-B24F-E9EF82A33CDD}" dt="2024-01-07T22:34:41.944" v="220" actId="2711"/>
          <ac:spMkLst>
            <pc:docMk/>
            <pc:sldMk cId="3339298116" sldId="258"/>
            <ac:spMk id="24" creationId="{BDBF490F-602D-2AC8-7FAF-B063F4C5B812}"/>
          </ac:spMkLst>
        </pc:spChg>
        <pc:spChg chg="mod">
          <ac:chgData name="Yingying Tang" userId="bff37a03ae40f000" providerId="LiveId" clId="{E6728D6D-58E7-4EBC-B24F-E9EF82A33CDD}" dt="2024-01-07T22:34:41.944" v="220" actId="2711"/>
          <ac:spMkLst>
            <pc:docMk/>
            <pc:sldMk cId="3339298116" sldId="258"/>
            <ac:spMk id="25" creationId="{5FC9EB40-3BC2-D9AF-908D-21B23A823EF5}"/>
          </ac:spMkLst>
        </pc:spChg>
        <pc:spChg chg="mod">
          <ac:chgData name="Yingying Tang" userId="bff37a03ae40f000" providerId="LiveId" clId="{E6728D6D-58E7-4EBC-B24F-E9EF82A33CDD}" dt="2024-01-07T22:34:41.944" v="220" actId="2711"/>
          <ac:spMkLst>
            <pc:docMk/>
            <pc:sldMk cId="3339298116" sldId="258"/>
            <ac:spMk id="26" creationId="{99FBA755-F188-9FB8-753E-BDF11F6DB68E}"/>
          </ac:spMkLst>
        </pc:spChg>
        <pc:spChg chg="mod">
          <ac:chgData name="Yingying Tang" userId="bff37a03ae40f000" providerId="LiveId" clId="{E6728D6D-58E7-4EBC-B24F-E9EF82A33CDD}" dt="2024-01-07T22:34:41.944" v="220" actId="2711"/>
          <ac:spMkLst>
            <pc:docMk/>
            <pc:sldMk cId="3339298116" sldId="258"/>
            <ac:spMk id="27" creationId="{04EE709B-54B2-D14E-43C3-7FACF30EC361}"/>
          </ac:spMkLst>
        </pc:spChg>
        <pc:spChg chg="mod">
          <ac:chgData name="Yingying Tang" userId="bff37a03ae40f000" providerId="LiveId" clId="{E6728D6D-58E7-4EBC-B24F-E9EF82A33CDD}" dt="2024-01-07T22:34:41.944" v="220" actId="2711"/>
          <ac:spMkLst>
            <pc:docMk/>
            <pc:sldMk cId="3339298116" sldId="258"/>
            <ac:spMk id="28" creationId="{496DE18B-5B8B-843A-38A0-465BABAB4EAE}"/>
          </ac:spMkLst>
        </pc:spChg>
        <pc:spChg chg="mod">
          <ac:chgData name="Yingying Tang" userId="bff37a03ae40f000" providerId="LiveId" clId="{E6728D6D-58E7-4EBC-B24F-E9EF82A33CDD}" dt="2024-01-07T22:34:41.944" v="220" actId="2711"/>
          <ac:spMkLst>
            <pc:docMk/>
            <pc:sldMk cId="3339298116" sldId="258"/>
            <ac:spMk id="29" creationId="{91D007FE-043D-389E-674F-9B7B221825A9}"/>
          </ac:spMkLst>
        </pc:spChg>
        <pc:spChg chg="add del">
          <ac:chgData name="Yingying Tang" userId="bff37a03ae40f000" providerId="LiveId" clId="{E6728D6D-58E7-4EBC-B24F-E9EF82A33CDD}" dt="2024-01-07T22:37:48.295" v="234"/>
          <ac:spMkLst>
            <pc:docMk/>
            <pc:sldMk cId="3339298116" sldId="258"/>
            <ac:spMk id="33" creationId="{6D07BB62-B9B9-B66F-DC4C-0399F42296F1}"/>
          </ac:spMkLst>
        </pc:spChg>
        <pc:spChg chg="add del">
          <ac:chgData name="Yingying Tang" userId="bff37a03ae40f000" providerId="LiveId" clId="{E6728D6D-58E7-4EBC-B24F-E9EF82A33CDD}" dt="2024-01-07T22:37:59.836" v="236"/>
          <ac:spMkLst>
            <pc:docMk/>
            <pc:sldMk cId="3339298116" sldId="258"/>
            <ac:spMk id="34" creationId="{D562719D-5A91-B34D-DC60-23E1849DCB0E}"/>
          </ac:spMkLst>
        </pc:spChg>
        <pc:spChg chg="add del">
          <ac:chgData name="Yingying Tang" userId="bff37a03ae40f000" providerId="LiveId" clId="{E6728D6D-58E7-4EBC-B24F-E9EF82A33CDD}" dt="2024-01-07T22:41:30.599" v="301"/>
          <ac:spMkLst>
            <pc:docMk/>
            <pc:sldMk cId="3339298116" sldId="258"/>
            <ac:spMk id="36" creationId="{6232283F-1351-2D86-BFDF-C586B88507DC}"/>
          </ac:spMkLst>
        </pc:spChg>
        <pc:spChg chg="add del">
          <ac:chgData name="Yingying Tang" userId="bff37a03ae40f000" providerId="LiveId" clId="{E6728D6D-58E7-4EBC-B24F-E9EF82A33CDD}" dt="2024-01-07T22:39:29.865" v="273" actId="26606"/>
          <ac:spMkLst>
            <pc:docMk/>
            <pc:sldMk cId="3339298116" sldId="258"/>
            <ac:spMk id="37" creationId="{1F232A53-673E-406F-BB93-BF651C276DC7}"/>
          </ac:spMkLst>
        </pc:spChg>
        <pc:spChg chg="add del">
          <ac:chgData name="Yingying Tang" userId="bff37a03ae40f000" providerId="LiveId" clId="{E6728D6D-58E7-4EBC-B24F-E9EF82A33CDD}" dt="2024-01-07T22:39:29.865" v="273" actId="26606"/>
          <ac:spMkLst>
            <pc:docMk/>
            <pc:sldMk cId="3339298116" sldId="258"/>
            <ac:spMk id="38" creationId="{C062E60F-5CD4-4268-8359-8076634680E5}"/>
          </ac:spMkLst>
        </pc:spChg>
        <pc:spChg chg="add del">
          <ac:chgData name="Yingying Tang" userId="bff37a03ae40f000" providerId="LiveId" clId="{E6728D6D-58E7-4EBC-B24F-E9EF82A33CDD}" dt="2024-01-07T22:39:29.865" v="273" actId="26606"/>
          <ac:spMkLst>
            <pc:docMk/>
            <pc:sldMk cId="3339298116" sldId="258"/>
            <ac:spMk id="39" creationId="{10127CDE-2B99-47A8-BB3C-7D17519105E0}"/>
          </ac:spMkLst>
        </pc:spChg>
        <pc:spChg chg="add del">
          <ac:chgData name="Yingying Tang" userId="bff37a03ae40f000" providerId="LiveId" clId="{E6728D6D-58E7-4EBC-B24F-E9EF82A33CDD}" dt="2024-01-07T22:38:16.634" v="242" actId="26606"/>
          <ac:spMkLst>
            <pc:docMk/>
            <pc:sldMk cId="3339298116" sldId="258"/>
            <ac:spMk id="40" creationId="{72018E1B-E0B9-4440-AFF3-4112E50A2763}"/>
          </ac:spMkLst>
        </pc:spChg>
        <pc:spChg chg="add del">
          <ac:chgData name="Yingying Tang" userId="bff37a03ae40f000" providerId="LiveId" clId="{E6728D6D-58E7-4EBC-B24F-E9EF82A33CDD}" dt="2024-01-07T22:38:40.303" v="244" actId="26606"/>
          <ac:spMkLst>
            <pc:docMk/>
            <pc:sldMk cId="3339298116" sldId="258"/>
            <ac:spMk id="42" creationId="{A38E1331-B5A6-44BE-BF4E-EE6C2FD2A242}"/>
          </ac:spMkLst>
        </pc:spChg>
        <pc:spChg chg="add del">
          <ac:chgData name="Yingying Tang" userId="bff37a03ae40f000" providerId="LiveId" clId="{E6728D6D-58E7-4EBC-B24F-E9EF82A33CDD}" dt="2024-01-07T22:38:40.303" v="244" actId="26606"/>
          <ac:spMkLst>
            <pc:docMk/>
            <pc:sldMk cId="3339298116" sldId="258"/>
            <ac:spMk id="43" creationId="{91F55C5D-1648-4BE3-932D-8CADBF3F6736}"/>
          </ac:spMkLst>
        </pc:spChg>
        <pc:spChg chg="add del">
          <ac:chgData name="Yingying Tang" userId="bff37a03ae40f000" providerId="LiveId" clId="{E6728D6D-58E7-4EBC-B24F-E9EF82A33CDD}" dt="2024-01-07T22:39:29.865" v="273" actId="26606"/>
          <ac:spMkLst>
            <pc:docMk/>
            <pc:sldMk cId="3339298116" sldId="258"/>
            <ac:spMk id="44" creationId="{BB341EC3-1810-4D33-BA3F-E2D0AA0ECFB6}"/>
          </ac:spMkLst>
        </pc:spChg>
        <pc:spChg chg="add del">
          <ac:chgData name="Yingying Tang" userId="bff37a03ae40f000" providerId="LiveId" clId="{E6728D6D-58E7-4EBC-B24F-E9EF82A33CDD}" dt="2024-01-07T22:38:55.529" v="250" actId="26606"/>
          <ac:spMkLst>
            <pc:docMk/>
            <pc:sldMk cId="3339298116" sldId="258"/>
            <ac:spMk id="45" creationId="{67A5186C-3438-4D83-A03D-BD8A5E2D488D}"/>
          </ac:spMkLst>
        </pc:spChg>
        <pc:spChg chg="add del">
          <ac:chgData name="Yingying Tang" userId="bff37a03ae40f000" providerId="LiveId" clId="{E6728D6D-58E7-4EBC-B24F-E9EF82A33CDD}" dt="2024-01-07T22:38:55.529" v="250" actId="26606"/>
          <ac:spMkLst>
            <pc:docMk/>
            <pc:sldMk cId="3339298116" sldId="258"/>
            <ac:spMk id="46" creationId="{486EEC09-CF35-5E16-9984-3D3407050CB9}"/>
          </ac:spMkLst>
        </pc:spChg>
        <pc:spChg chg="add del">
          <ac:chgData name="Yingying Tang" userId="bff37a03ae40f000" providerId="LiveId" clId="{E6728D6D-58E7-4EBC-B24F-E9EF82A33CDD}" dt="2024-01-07T22:39:09.669" v="259" actId="26606"/>
          <ac:spMkLst>
            <pc:docMk/>
            <pc:sldMk cId="3339298116" sldId="258"/>
            <ac:spMk id="49" creationId="{72018E1B-E0B9-4440-AFF3-4112E50A2763}"/>
          </ac:spMkLst>
        </pc:spChg>
        <pc:spChg chg="add del">
          <ac:chgData name="Yingying Tang" userId="bff37a03ae40f000" providerId="LiveId" clId="{E6728D6D-58E7-4EBC-B24F-E9EF82A33CDD}" dt="2024-01-07T22:39:11.902" v="261" actId="26606"/>
          <ac:spMkLst>
            <pc:docMk/>
            <pc:sldMk cId="3339298116" sldId="258"/>
            <ac:spMk id="51" creationId="{A38E1331-B5A6-44BE-BF4E-EE6C2FD2A242}"/>
          </ac:spMkLst>
        </pc:spChg>
        <pc:spChg chg="add del">
          <ac:chgData name="Yingying Tang" userId="bff37a03ae40f000" providerId="LiveId" clId="{E6728D6D-58E7-4EBC-B24F-E9EF82A33CDD}" dt="2024-01-07T22:39:11.902" v="261" actId="26606"/>
          <ac:spMkLst>
            <pc:docMk/>
            <pc:sldMk cId="3339298116" sldId="258"/>
            <ac:spMk id="52" creationId="{91F55C5D-1648-4BE3-932D-8CADBF3F6736}"/>
          </ac:spMkLst>
        </pc:spChg>
        <pc:spChg chg="add del">
          <ac:chgData name="Yingying Tang" userId="bff37a03ae40f000" providerId="LiveId" clId="{E6728D6D-58E7-4EBC-B24F-E9EF82A33CDD}" dt="2024-01-07T22:39:28.467" v="271" actId="26606"/>
          <ac:spMkLst>
            <pc:docMk/>
            <pc:sldMk cId="3339298116" sldId="258"/>
            <ac:spMk id="54" creationId="{1030EC19-CCB1-F7CF-1F0B-8F6D979C8D5B}"/>
          </ac:spMkLst>
        </pc:spChg>
        <pc:spChg chg="add del">
          <ac:chgData name="Yingying Tang" userId="bff37a03ae40f000" providerId="LiveId" clId="{E6728D6D-58E7-4EBC-B24F-E9EF82A33CDD}" dt="2024-01-07T22:39:28.467" v="271" actId="26606"/>
          <ac:spMkLst>
            <pc:docMk/>
            <pc:sldMk cId="3339298116" sldId="258"/>
            <ac:spMk id="55" creationId="{3B39BB9B-B05C-DFFB-A876-175CCA217641}"/>
          </ac:spMkLst>
        </pc:spChg>
        <pc:grpChg chg="add del mod">
          <ac:chgData name="Yingying Tang" userId="bff37a03ae40f000" providerId="LiveId" clId="{E6728D6D-58E7-4EBC-B24F-E9EF82A33CDD}" dt="2024-01-07T22:35:08.069" v="231" actId="21"/>
          <ac:grpSpMkLst>
            <pc:docMk/>
            <pc:sldMk cId="3339298116" sldId="258"/>
            <ac:grpSpMk id="14" creationId="{5A5EEC6D-F6DE-5E7F-E836-7971B9ECC3F0}"/>
          </ac:grpSpMkLst>
        </pc:grpChg>
        <pc:grpChg chg="add del mod">
          <ac:chgData name="Yingying Tang" userId="bff37a03ae40f000" providerId="LiveId" clId="{E6728D6D-58E7-4EBC-B24F-E9EF82A33CDD}" dt="2024-01-07T22:33:53.523" v="216"/>
          <ac:grpSpMkLst>
            <pc:docMk/>
            <pc:sldMk cId="3339298116" sldId="258"/>
            <ac:grpSpMk id="15" creationId="{D508EB94-252A-8EB7-36C9-44367C8E67C7}"/>
          </ac:grpSpMkLst>
        </pc:grpChg>
        <pc:grpChg chg="add mod">
          <ac:chgData name="Yingying Tang" userId="bff37a03ae40f000" providerId="LiveId" clId="{E6728D6D-58E7-4EBC-B24F-E9EF82A33CDD}" dt="2024-01-07T22:34:32.273" v="219" actId="164"/>
          <ac:grpSpMkLst>
            <pc:docMk/>
            <pc:sldMk cId="3339298116" sldId="258"/>
            <ac:grpSpMk id="23" creationId="{D945980A-B6D3-5ECE-33C5-82BF69B8C3C6}"/>
          </ac:grpSpMkLst>
        </pc:grpChg>
        <pc:grpChg chg="add del mod">
          <ac:chgData name="Yingying Tang" userId="bff37a03ae40f000" providerId="LiveId" clId="{E6728D6D-58E7-4EBC-B24F-E9EF82A33CDD}" dt="2024-01-07T22:34:56.414" v="224" actId="21"/>
          <ac:grpSpMkLst>
            <pc:docMk/>
            <pc:sldMk cId="3339298116" sldId="258"/>
            <ac:grpSpMk id="30" creationId="{ECC25A32-D66D-DE82-C41E-82D180D3FBC8}"/>
          </ac:grpSpMkLst>
        </pc:grpChg>
        <pc:picChg chg="add mod">
          <ac:chgData name="Yingying Tang" userId="bff37a03ae40f000" providerId="LiveId" clId="{E6728D6D-58E7-4EBC-B24F-E9EF82A33CDD}" dt="2024-01-19T17:05:31.095" v="847" actId="1076"/>
          <ac:picMkLst>
            <pc:docMk/>
            <pc:sldMk cId="3339298116" sldId="258"/>
            <ac:picMk id="4" creationId="{12B72845-6CB9-B2C5-B040-A17FA10B6F63}"/>
          </ac:picMkLst>
        </pc:picChg>
        <pc:picChg chg="add del mod">
          <ac:chgData name="Yingying Tang" userId="bff37a03ae40f000" providerId="LiveId" clId="{E6728D6D-58E7-4EBC-B24F-E9EF82A33CDD}" dt="2024-01-07T22:30:20.888" v="200" actId="478"/>
          <ac:picMkLst>
            <pc:docMk/>
            <pc:sldMk cId="3339298116" sldId="258"/>
            <ac:picMk id="4" creationId="{9A4714CC-1F22-7374-961E-EAB1B2D4BE32}"/>
          </ac:picMkLst>
        </pc:picChg>
        <pc:picChg chg="add mod ord">
          <ac:chgData name="Yingying Tang" userId="bff37a03ae40f000" providerId="LiveId" clId="{E6728D6D-58E7-4EBC-B24F-E9EF82A33CDD}" dt="2024-01-07T22:42:21.290" v="318" actId="1076"/>
          <ac:picMkLst>
            <pc:docMk/>
            <pc:sldMk cId="3339298116" sldId="258"/>
            <ac:picMk id="5" creationId="{887D4735-A32C-6BFF-316C-39E71C305706}"/>
          </ac:picMkLst>
        </pc:picChg>
        <pc:picChg chg="add del mod">
          <ac:chgData name="Yingying Tang" userId="bff37a03ae40f000" providerId="LiveId" clId="{E6728D6D-58E7-4EBC-B24F-E9EF82A33CDD}" dt="2024-01-07T22:33:12.861" v="207" actId="478"/>
          <ac:picMkLst>
            <pc:docMk/>
            <pc:sldMk cId="3339298116" sldId="258"/>
            <ac:picMk id="6" creationId="{E0E69E20-4353-74FB-48D8-E83EE900B29B}"/>
          </ac:picMkLst>
        </pc:picChg>
        <pc:picChg chg="add del mod">
          <ac:chgData name="Yingying Tang" userId="bff37a03ae40f000" providerId="LiveId" clId="{E6728D6D-58E7-4EBC-B24F-E9EF82A33CDD}" dt="2024-01-07T22:33:14.866" v="209"/>
          <ac:picMkLst>
            <pc:docMk/>
            <pc:sldMk cId="3339298116" sldId="258"/>
            <ac:picMk id="7" creationId="{7BE3FE11-857C-0544-1F3D-B489522ECBD7}"/>
          </ac:picMkLst>
        </pc:picChg>
        <pc:picChg chg="add mod">
          <ac:chgData name="Yingying Tang" userId="bff37a03ae40f000" providerId="LiveId" clId="{E6728D6D-58E7-4EBC-B24F-E9EF82A33CDD}" dt="2024-01-07T22:35:02.229" v="229" actId="1076"/>
          <ac:picMkLst>
            <pc:docMk/>
            <pc:sldMk cId="3339298116" sldId="258"/>
            <ac:picMk id="10" creationId="{80FBDC7A-6192-DF9A-4981-C5DF8EC3B217}"/>
          </ac:picMkLst>
        </pc:picChg>
        <pc:picChg chg="add mod">
          <ac:chgData name="Yingying Tang" userId="bff37a03ae40f000" providerId="LiveId" clId="{E6728D6D-58E7-4EBC-B24F-E9EF82A33CDD}" dt="2024-01-07T22:34:32.273" v="219" actId="164"/>
          <ac:picMkLst>
            <pc:docMk/>
            <pc:sldMk cId="3339298116" sldId="258"/>
            <ac:picMk id="22" creationId="{F92ED0F3-AB63-4E3B-F6DB-488C4D795894}"/>
          </ac:picMkLst>
        </pc:picChg>
        <pc:picChg chg="add mod ord">
          <ac:chgData name="Yingying Tang" userId="bff37a03ae40f000" providerId="LiveId" clId="{E6728D6D-58E7-4EBC-B24F-E9EF82A33CDD}" dt="2024-01-07T22:40:14.814" v="294" actId="1076"/>
          <ac:picMkLst>
            <pc:docMk/>
            <pc:sldMk cId="3339298116" sldId="258"/>
            <ac:picMk id="31" creationId="{1C0A0945-3860-8392-CDA0-C2736604DCB6}"/>
          </ac:picMkLst>
        </pc:picChg>
        <pc:picChg chg="add mod ord modCrop">
          <ac:chgData name="Yingying Tang" userId="bff37a03ae40f000" providerId="LiveId" clId="{E6728D6D-58E7-4EBC-B24F-E9EF82A33CDD}" dt="2024-01-07T22:40:22.300" v="299" actId="1076"/>
          <ac:picMkLst>
            <pc:docMk/>
            <pc:sldMk cId="3339298116" sldId="258"/>
            <ac:picMk id="32" creationId="{A30EA5FB-1111-232B-F618-72C47CC69E50}"/>
          </ac:picMkLst>
        </pc:picChg>
        <pc:picChg chg="add del mod ord">
          <ac:chgData name="Yingying Tang" userId="bff37a03ae40f000" providerId="LiveId" clId="{E6728D6D-58E7-4EBC-B24F-E9EF82A33CDD}" dt="2024-01-07T23:04:37.593" v="493" actId="1076"/>
          <ac:picMkLst>
            <pc:docMk/>
            <pc:sldMk cId="3339298116" sldId="258"/>
            <ac:picMk id="35" creationId="{F58B13B1-7DA8-7DFC-5368-04FC08841201}"/>
          </ac:picMkLst>
        </pc:picChg>
        <pc:picChg chg="add del mod modCrop">
          <ac:chgData name="Yingying Tang" userId="bff37a03ae40f000" providerId="LiveId" clId="{E6728D6D-58E7-4EBC-B24F-E9EF82A33CDD}" dt="2024-01-19T17:04:04.165" v="841" actId="478"/>
          <ac:picMkLst>
            <pc:docMk/>
            <pc:sldMk cId="3339298116" sldId="258"/>
            <ac:picMk id="41" creationId="{C47A6EF3-909F-84FF-DAF7-FE0309A6645A}"/>
          </ac:picMkLst>
        </pc:picChg>
        <pc:picChg chg="add mod">
          <ac:chgData name="Yingying Tang" userId="bff37a03ae40f000" providerId="LiveId" clId="{E6728D6D-58E7-4EBC-B24F-E9EF82A33CDD}" dt="2024-01-07T22:54:17.847" v="320" actId="1076"/>
          <ac:picMkLst>
            <pc:docMk/>
            <pc:sldMk cId="3339298116" sldId="258"/>
            <ac:picMk id="48" creationId="{32A6A47B-0B44-A427-3872-76AAD9F67D80}"/>
          </ac:picMkLst>
        </pc:picChg>
      </pc:sldChg>
      <pc:sldChg chg="addSp delSp modSp new mod">
        <pc:chgData name="Yingying Tang" userId="bff37a03ae40f000" providerId="LiveId" clId="{E6728D6D-58E7-4EBC-B24F-E9EF82A33CDD}" dt="2024-01-11T18:03:28.296" v="839" actId="1076"/>
        <pc:sldMkLst>
          <pc:docMk/>
          <pc:sldMk cId="3319576106" sldId="259"/>
        </pc:sldMkLst>
        <pc:spChg chg="mod">
          <ac:chgData name="Yingying Tang" userId="bff37a03ae40f000" providerId="LiveId" clId="{E6728D6D-58E7-4EBC-B24F-E9EF82A33CDD}" dt="2024-01-07T23:02:45.232" v="391" actId="20577"/>
          <ac:spMkLst>
            <pc:docMk/>
            <pc:sldMk cId="3319576106" sldId="259"/>
            <ac:spMk id="2" creationId="{3030AD95-3B97-FC9E-C515-46B7D0AB59E1}"/>
          </ac:spMkLst>
        </pc:spChg>
        <pc:spChg chg="mod">
          <ac:chgData name="Yingying Tang" userId="bff37a03ae40f000" providerId="LiveId" clId="{E6728D6D-58E7-4EBC-B24F-E9EF82A33CDD}" dt="2024-01-08T06:07:51.985" v="709" actId="20577"/>
          <ac:spMkLst>
            <pc:docMk/>
            <pc:sldMk cId="3319576106" sldId="259"/>
            <ac:spMk id="3" creationId="{9644009B-B781-DF4D-C3F6-0CF1C1497C22}"/>
          </ac:spMkLst>
        </pc:spChg>
        <pc:spChg chg="add">
          <ac:chgData name="Yingying Tang" userId="bff37a03ae40f000" providerId="LiveId" clId="{E6728D6D-58E7-4EBC-B24F-E9EF82A33CDD}" dt="2024-01-11T18:03:19.788" v="836"/>
          <ac:spMkLst>
            <pc:docMk/>
            <pc:sldMk cId="3319576106" sldId="259"/>
            <ac:spMk id="7" creationId="{B1996E22-9935-064E-17A5-1C800BC22448}"/>
          </ac:spMkLst>
        </pc:spChg>
        <pc:picChg chg="add mod">
          <ac:chgData name="Yingying Tang" userId="bff37a03ae40f000" providerId="LiveId" clId="{E6728D6D-58E7-4EBC-B24F-E9EF82A33CDD}" dt="2024-01-10T04:17:57.001" v="829" actId="1076"/>
          <ac:picMkLst>
            <pc:docMk/>
            <pc:sldMk cId="3319576106" sldId="259"/>
            <ac:picMk id="5" creationId="{F98C4AC8-59B2-BB88-6CF2-435AACABE74D}"/>
          </ac:picMkLst>
        </pc:picChg>
        <pc:picChg chg="add del mod">
          <ac:chgData name="Yingying Tang" userId="bff37a03ae40f000" providerId="LiveId" clId="{E6728D6D-58E7-4EBC-B24F-E9EF82A33CDD}" dt="2024-01-11T18:00:57.439" v="835" actId="478"/>
          <ac:picMkLst>
            <pc:docMk/>
            <pc:sldMk cId="3319576106" sldId="259"/>
            <ac:picMk id="6" creationId="{243D9A95-4533-EDD0-2988-231FD9556F9A}"/>
          </ac:picMkLst>
        </pc:picChg>
        <pc:picChg chg="add del mod">
          <ac:chgData name="Yingying Tang" userId="bff37a03ae40f000" providerId="LiveId" clId="{E6728D6D-58E7-4EBC-B24F-E9EF82A33CDD}" dt="2024-01-10T04:16:02.298" v="822" actId="478"/>
          <ac:picMkLst>
            <pc:docMk/>
            <pc:sldMk cId="3319576106" sldId="259"/>
            <ac:picMk id="7" creationId="{0B1640C7-DB93-D31F-155B-2C24F7800888}"/>
          </ac:picMkLst>
        </pc:picChg>
        <pc:picChg chg="add mod">
          <ac:chgData name="Yingying Tang" userId="bff37a03ae40f000" providerId="LiveId" clId="{E6728D6D-58E7-4EBC-B24F-E9EF82A33CDD}" dt="2024-01-11T18:03:28.296" v="839" actId="1076"/>
          <ac:picMkLst>
            <pc:docMk/>
            <pc:sldMk cId="3319576106" sldId="259"/>
            <ac:picMk id="8" creationId="{FEFE79AA-9377-71FA-1A0A-94AB5DF41E83}"/>
          </ac:picMkLst>
        </pc:picChg>
        <pc:picChg chg="add mod">
          <ac:chgData name="Yingying Tang" userId="bff37a03ae40f000" providerId="LiveId" clId="{E6728D6D-58E7-4EBC-B24F-E9EF82A33CDD}" dt="2024-01-10T04:17:59.137" v="830" actId="1076"/>
          <ac:picMkLst>
            <pc:docMk/>
            <pc:sldMk cId="3319576106" sldId="259"/>
            <ac:picMk id="9" creationId="{5E437B4E-D35B-DE05-0E81-50C737D7B70D}"/>
          </ac:picMkLst>
        </pc:picChg>
        <pc:picChg chg="add del mod">
          <ac:chgData name="Yingying Tang" userId="bff37a03ae40f000" providerId="LiveId" clId="{E6728D6D-58E7-4EBC-B24F-E9EF82A33CDD}" dt="2024-01-10T01:45:11.440" v="762" actId="478"/>
          <ac:picMkLst>
            <pc:docMk/>
            <pc:sldMk cId="3319576106" sldId="259"/>
            <ac:picMk id="2050" creationId="{6BD53D8A-C217-D5B9-34D6-A175FE204BB8}"/>
          </ac:picMkLst>
        </pc:picChg>
      </pc:sldChg>
      <pc:sldChg chg="modSp new del mod">
        <pc:chgData name="Yingying Tang" userId="bff37a03ae40f000" providerId="LiveId" clId="{E6728D6D-58E7-4EBC-B24F-E9EF82A33CDD}" dt="2024-01-08T04:09:01.287" v="653" actId="2696"/>
        <pc:sldMkLst>
          <pc:docMk/>
          <pc:sldMk cId="1877171975" sldId="260"/>
        </pc:sldMkLst>
        <pc:spChg chg="mod">
          <ac:chgData name="Yingying Tang" userId="bff37a03ae40f000" providerId="LiveId" clId="{E6728D6D-58E7-4EBC-B24F-E9EF82A33CDD}" dt="2024-01-08T04:08:33.346" v="652" actId="20577"/>
          <ac:spMkLst>
            <pc:docMk/>
            <pc:sldMk cId="1877171975" sldId="260"/>
            <ac:spMk id="2" creationId="{909F72AF-BA7C-7A9B-7B96-163FF94631A6}"/>
          </ac:spMkLst>
        </pc:spChg>
      </pc:sldChg>
      <pc:sldChg chg="addSp modSp new mod">
        <pc:chgData name="Yingying Tang" userId="bff37a03ae40f000" providerId="LiveId" clId="{E6728D6D-58E7-4EBC-B24F-E9EF82A33CDD}" dt="2024-01-11T18:03:33.981" v="840" actId="1076"/>
        <pc:sldMkLst>
          <pc:docMk/>
          <pc:sldMk cId="2087376378" sldId="260"/>
        </pc:sldMkLst>
        <pc:spChg chg="mod">
          <ac:chgData name="Yingying Tang" userId="bff37a03ae40f000" providerId="LiveId" clId="{E6728D6D-58E7-4EBC-B24F-E9EF82A33CDD}" dt="2024-01-09T23:10:30.616" v="732" actId="20577"/>
          <ac:spMkLst>
            <pc:docMk/>
            <pc:sldMk cId="2087376378" sldId="260"/>
            <ac:spMk id="2" creationId="{FF6B55F9-EE71-48B0-FC57-87FB9F33545F}"/>
          </ac:spMkLst>
        </pc:spChg>
        <pc:spChg chg="add mod">
          <ac:chgData name="Yingying Tang" userId="bff37a03ae40f000" providerId="LiveId" clId="{E6728D6D-58E7-4EBC-B24F-E9EF82A33CDD}" dt="2024-01-09T23:11:22.708" v="761" actId="20577"/>
          <ac:spMkLst>
            <pc:docMk/>
            <pc:sldMk cId="2087376378" sldId="260"/>
            <ac:spMk id="6" creationId="{55ED5F4E-83DE-1358-DB2A-52916675114E}"/>
          </ac:spMkLst>
        </pc:spChg>
        <pc:picChg chg="add mod">
          <ac:chgData name="Yingying Tang" userId="bff37a03ae40f000" providerId="LiveId" clId="{E6728D6D-58E7-4EBC-B24F-E9EF82A33CDD}" dt="2024-01-11T18:03:33.981" v="840" actId="1076"/>
          <ac:picMkLst>
            <pc:docMk/>
            <pc:sldMk cId="2087376378" sldId="260"/>
            <ac:picMk id="5" creationId="{A4518310-1E79-420A-3615-453EE6B817FD}"/>
          </ac:picMkLst>
        </pc:picChg>
      </pc:sldChg>
      <pc:sldChg chg="modSp new del mod ord">
        <pc:chgData name="Yingying Tang" userId="bff37a03ae40f000" providerId="LiveId" clId="{E6728D6D-58E7-4EBC-B24F-E9EF82A33CDD}" dt="2024-01-08T04:08:21.331" v="622" actId="47"/>
        <pc:sldMkLst>
          <pc:docMk/>
          <pc:sldMk cId="2422611230" sldId="260"/>
        </pc:sldMkLst>
        <pc:spChg chg="mod">
          <ac:chgData name="Yingying Tang" userId="bff37a03ae40f000" providerId="LiveId" clId="{E6728D6D-58E7-4EBC-B24F-E9EF82A33CDD}" dt="2024-01-08T04:08:19.308" v="621" actId="20577"/>
          <ac:spMkLst>
            <pc:docMk/>
            <pc:sldMk cId="2422611230" sldId="260"/>
            <ac:spMk id="2" creationId="{0A7454D0-07C9-74DB-4AD0-1EB862EAF9C7}"/>
          </ac:spMkLst>
        </pc:spChg>
      </pc:sldChg>
      <pc:sldChg chg="addSp delSp modSp new mod">
        <pc:chgData name="Yingying Tang" userId="bff37a03ae40f000" providerId="LiveId" clId="{E6728D6D-58E7-4EBC-B24F-E9EF82A33CDD}" dt="2024-01-10T01:50:44.731" v="819" actId="14100"/>
        <pc:sldMkLst>
          <pc:docMk/>
          <pc:sldMk cId="1109366713" sldId="261"/>
        </pc:sldMkLst>
        <pc:spChg chg="mod">
          <ac:chgData name="Yingying Tang" userId="bff37a03ae40f000" providerId="LiveId" clId="{E6728D6D-58E7-4EBC-B24F-E9EF82A33CDD}" dt="2024-01-10T01:48:13.192" v="809" actId="20577"/>
          <ac:spMkLst>
            <pc:docMk/>
            <pc:sldMk cId="1109366713" sldId="261"/>
            <ac:spMk id="2" creationId="{54B323BF-CF5C-932C-354F-B2A3783D690A}"/>
          </ac:spMkLst>
        </pc:spChg>
        <pc:picChg chg="add del mod">
          <ac:chgData name="Yingying Tang" userId="bff37a03ae40f000" providerId="LiveId" clId="{E6728D6D-58E7-4EBC-B24F-E9EF82A33CDD}" dt="2024-01-10T01:50:12.460" v="813" actId="478"/>
          <ac:picMkLst>
            <pc:docMk/>
            <pc:sldMk cId="1109366713" sldId="261"/>
            <ac:picMk id="5" creationId="{D9B276BD-B500-AFD4-332A-6FB7378705BD}"/>
          </ac:picMkLst>
        </pc:picChg>
        <pc:picChg chg="add mod modCrop">
          <ac:chgData name="Yingying Tang" userId="bff37a03ae40f000" providerId="LiveId" clId="{E6728D6D-58E7-4EBC-B24F-E9EF82A33CDD}" dt="2024-01-10T01:50:44.731" v="819" actId="14100"/>
          <ac:picMkLst>
            <pc:docMk/>
            <pc:sldMk cId="1109366713" sldId="261"/>
            <ac:picMk id="7" creationId="{C8BC1252-6282-A84F-D39F-704FC00D34EA}"/>
          </ac:picMkLst>
        </pc:picChg>
      </pc:sldChg>
      <pc:sldChg chg="addSp delSp modSp new mod">
        <pc:chgData name="Yingying Tang" userId="bff37a03ae40f000" providerId="LiveId" clId="{E6728D6D-58E7-4EBC-B24F-E9EF82A33CDD}" dt="2024-01-19T17:08:03.170" v="857" actId="14100"/>
        <pc:sldMkLst>
          <pc:docMk/>
          <pc:sldMk cId="1239126688" sldId="262"/>
        </pc:sldMkLst>
        <pc:spChg chg="del">
          <ac:chgData name="Yingying Tang" userId="bff37a03ae40f000" providerId="LiveId" clId="{E6728D6D-58E7-4EBC-B24F-E9EF82A33CDD}" dt="2024-01-19T17:07:52.123" v="851"/>
          <ac:spMkLst>
            <pc:docMk/>
            <pc:sldMk cId="1239126688" sldId="262"/>
            <ac:spMk id="3" creationId="{76BA47D7-C23A-A108-736A-E032CA4ED1DA}"/>
          </ac:spMkLst>
        </pc:spChg>
        <pc:picChg chg="add del">
          <ac:chgData name="Yingying Tang" userId="bff37a03ae40f000" providerId="LiveId" clId="{E6728D6D-58E7-4EBC-B24F-E9EF82A33CDD}" dt="2024-01-19T17:07:24.260" v="850" actId="478"/>
          <ac:picMkLst>
            <pc:docMk/>
            <pc:sldMk cId="1239126688" sldId="262"/>
            <ac:picMk id="5" creationId="{18DC99AD-BD3A-F5B0-8FB7-DC4C326C1814}"/>
          </ac:picMkLst>
        </pc:picChg>
        <pc:picChg chg="add mod">
          <ac:chgData name="Yingying Tang" userId="bff37a03ae40f000" providerId="LiveId" clId="{E6728D6D-58E7-4EBC-B24F-E9EF82A33CDD}" dt="2024-01-19T17:08:03.170" v="857" actId="14100"/>
          <ac:picMkLst>
            <pc:docMk/>
            <pc:sldMk cId="1239126688" sldId="262"/>
            <ac:picMk id="7" creationId="{0499D965-80BD-3E4A-37AC-859F98A765AD}"/>
          </ac:picMkLst>
        </pc:picChg>
      </pc:sldChg>
      <pc:sldChg chg="addSp delSp modSp new mod">
        <pc:chgData name="Yingying Tang" userId="bff37a03ae40f000" providerId="LiveId" clId="{E6728D6D-58E7-4EBC-B24F-E9EF82A33CDD}" dt="2024-01-19T17:08:20.763" v="864" actId="1076"/>
        <pc:sldMkLst>
          <pc:docMk/>
          <pc:sldMk cId="1896150409" sldId="263"/>
        </pc:sldMkLst>
        <pc:spChg chg="del">
          <ac:chgData name="Yingying Tang" userId="bff37a03ae40f000" providerId="LiveId" clId="{E6728D6D-58E7-4EBC-B24F-E9EF82A33CDD}" dt="2024-01-19T17:08:14.989" v="859"/>
          <ac:spMkLst>
            <pc:docMk/>
            <pc:sldMk cId="1896150409" sldId="263"/>
            <ac:spMk id="3" creationId="{09733C34-EDF8-4B67-183B-2DBC99276B8F}"/>
          </ac:spMkLst>
        </pc:spChg>
        <pc:picChg chg="add mod">
          <ac:chgData name="Yingying Tang" userId="bff37a03ae40f000" providerId="LiveId" clId="{E6728D6D-58E7-4EBC-B24F-E9EF82A33CDD}" dt="2024-01-19T17:08:20.763" v="864" actId="1076"/>
          <ac:picMkLst>
            <pc:docMk/>
            <pc:sldMk cId="1896150409" sldId="263"/>
            <ac:picMk id="5" creationId="{924EE996-5448-CFAB-E8BF-E51B3F1D305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19EE7-7B3D-40ED-B4B8-CEB0D3DC482C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BDFC1-3D8A-422E-9F20-8ACCB59BD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8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BDFC1-3D8A-422E-9F20-8ACCB59BDB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40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BDFC1-3D8A-422E-9F20-8ACCB59BDB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0B24-0A3B-C41B-4EAA-06664BB05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9EBA4-BAEE-6B10-CE74-1BB3674F6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AAFE-8470-D204-EFA7-A5462058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34070-9FB3-1AEB-ABBA-9B18ABDC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EAB67-01D2-280F-578A-D4A7E8AA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5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BE55-D0F1-7CD7-29E9-6CA993FA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2C9D-DBA2-4BAD-50FC-D020E447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72236-A722-E608-5EE6-6B0268AC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A116-B5FA-F199-6029-DDCFC6416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36B9-F9E0-041B-741E-86B14778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C633-0657-7761-C7AF-E649DD03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D3D6B-DEC6-CDD1-9E49-35330AB3C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A03AF-757C-C887-CFF1-8F65A90B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2BAC9-F5D3-BA5E-9B79-9280CBEB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4D23-ED32-92A3-8827-7720F714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8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7246-31C9-6D8A-D9EF-3B52A6F0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BD97-60D1-A3A2-C52B-AE9163ECA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E6C4A-C02D-2B84-5BB9-FE3103691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F185A-D108-BD99-F6BF-C3DBEA27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5A038-1226-FE79-F501-6DD31202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B98FF-253A-0EA6-56E0-0A94F2F0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3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9EF9-3B01-5B89-F5C6-9DAE3DE0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ADC81-089D-2977-7604-AC2C4F70F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DEAAC-943E-5842-DC7E-4F47CBBE6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7ECC8-5380-5E45-B322-05D567103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0FAA9-AC7C-9C84-6305-515DDAF64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58F03-5C35-2AEE-CBF3-ACA06726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0CB7E-94A9-7C37-DF50-379AF323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DB7AC-25C2-03DF-2D3D-629FC953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9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953A-3991-ADA9-F29E-846CD96D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D4F19-61C7-C14F-3989-62E1126F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5FA34-BEE6-E226-A1FC-2347D8B3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2B76E-4BDC-AF19-514C-F8044533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8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EB014-C2A7-A7DC-0C3D-7584B5AD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75A5C-B2E6-FD2D-E96B-071E32DF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8C886-51DB-1B6B-5402-E65C85D3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9155-E198-6DB1-6942-5D84275F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2B285-95E5-1898-B1A5-FF4B7B5E8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CBD6A-DB2E-96D2-E1A1-57AA3A1E7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F8283-6C93-3EA6-EC62-967A5136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3CBF5-DBDB-68D2-63AC-A8B78849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36737-8D53-1777-07F0-CF36DCBE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8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AD1F-4D8D-503E-5266-642E8740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BC5F3-ECF4-BB0F-F365-B15FD8E9A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56E11-83A1-6896-8489-62E6E08A8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BAE9B-D975-067B-848D-F6035DDB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37D4D-0A35-3FD0-1010-6CE210F4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596F-2270-E314-AE41-81FBE073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9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2ECE-53E3-089D-60F6-858823E8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FE934-E752-0FED-286F-791944DF5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C6E65-2BDF-93E8-0804-3488B232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AC21-420F-DE14-9C35-CEDE2132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1EE61-5589-A81B-BE21-FA4B3A3A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3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6BDB4-A135-4FD2-13FA-CC91D4E97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A7020-76D7-4B80-0CE2-2F46290D3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CE27-9471-8849-A5D5-466AD113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AB4F-3145-033A-15B4-EADBD7927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DC46D-E675-619F-AFCA-4FF39D43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E0BC4-71E4-8904-498A-7CE0E2A23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3B160-689C-D077-A0E1-FE7B5816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2741C-B41B-DD92-C8C0-E1F746D90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DD18E-8D94-4977-8E0F-853CF5618A51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5DA1F-E058-D833-9DAA-B4077035B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DEF44-FBD6-9ECD-A152-F0D694FB7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90D8D-91D3-4D8C-BE96-F1ACB5E2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6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4467-86A7-75E8-C738-C61F6F5390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2024 R Workshop: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E9161-7EC6-AB74-7A54-1EE459865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Yingying Tang</a:t>
            </a:r>
          </a:p>
          <a:p>
            <a:r>
              <a:rPr lang="en-US" dirty="0"/>
              <a:t>1/7/2024</a:t>
            </a:r>
          </a:p>
        </p:txBody>
      </p:sp>
    </p:spTree>
    <p:extLst>
      <p:ext uri="{BB962C8B-B14F-4D97-AF65-F5344CB8AC3E}">
        <p14:creationId xmlns:p14="http://schemas.microsoft.com/office/powerpoint/2010/main" val="179902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4773-8A30-B071-35AD-FD1B5435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45" y="125424"/>
            <a:ext cx="10515600" cy="1325563"/>
          </a:xfrm>
        </p:spPr>
        <p:txBody>
          <a:bodyPr/>
          <a:lstStyle/>
          <a:p>
            <a:r>
              <a:rPr lang="en-US" dirty="0"/>
              <a:t>What did I make?</a:t>
            </a:r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887D4735-A32C-6BFF-316C-39E71C305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52" y="550908"/>
            <a:ext cx="3279852" cy="31526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0A0945-3860-8392-CDA0-C2736604D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360" y="652871"/>
            <a:ext cx="3018540" cy="2743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30EA5FB-1111-232B-F618-72C47CC69E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40" b="7157"/>
          <a:stretch/>
        </p:blipFill>
        <p:spPr>
          <a:xfrm>
            <a:off x="5027104" y="3565525"/>
            <a:ext cx="3603048" cy="30353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58B13B1-7DA8-7DFC-5368-04FC08841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96" y="1454348"/>
            <a:ext cx="5025238" cy="27432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2A6A47B-0B44-A427-3872-76AAD9F67D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628" y="3676629"/>
            <a:ext cx="3562376" cy="2924196"/>
          </a:xfrm>
          <a:prstGeom prst="rect">
            <a:avLst/>
          </a:prstGeom>
        </p:spPr>
      </p:pic>
      <p:pic>
        <p:nvPicPr>
          <p:cNvPr id="4" name="Picture 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2B72845-6CB9-B2C5-B040-A17FA10B6F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26" y="4560118"/>
            <a:ext cx="4498848" cy="16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9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AD95-3B97-FC9E-C515-46B7D0AB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going to explore: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009B-B781-DF4D-C3F6-0CF1C1497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Descriptions: box plots, violin plots, scatter plots…</a:t>
            </a:r>
          </a:p>
          <a:p>
            <a:r>
              <a:rPr lang="en-US" dirty="0"/>
              <a:t>Inference: </a:t>
            </a:r>
            <a:r>
              <a:rPr lang="en-US" altLang="zh-CN" dirty="0"/>
              <a:t>Simple slope</a:t>
            </a:r>
            <a:r>
              <a:rPr lang="en-US" dirty="0"/>
              <a:t> plot…</a:t>
            </a:r>
          </a:p>
          <a:p>
            <a:endParaRPr lang="en-US" dirty="0"/>
          </a:p>
        </p:txBody>
      </p:sp>
      <p:pic>
        <p:nvPicPr>
          <p:cNvPr id="5" name="Picture 4" descr="A diagram of a person's support&#10;&#10;Description automatically generated">
            <a:extLst>
              <a:ext uri="{FF2B5EF4-FFF2-40B4-BE49-F238E27FC236}">
                <a16:creationId xmlns:a16="http://schemas.microsoft.com/office/drawing/2014/main" id="{F98C4AC8-59B2-BB88-6CF2-435AACABE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11" y="2922084"/>
            <a:ext cx="2815774" cy="3378929"/>
          </a:xfrm>
          <a:prstGeom prst="rect">
            <a:avLst/>
          </a:prstGeom>
        </p:spPr>
      </p:pic>
      <p:pic>
        <p:nvPicPr>
          <p:cNvPr id="9" name="Picture 8" descr="A graph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5E437B4E-D35B-DE05-0E81-50C737D7B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429" y="2922083"/>
            <a:ext cx="2815775" cy="3378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FE79AA-9377-71FA-1A0A-94AB5DF41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38" y="3160644"/>
            <a:ext cx="4656173" cy="260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7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55F9-EE71-48B0-FC57-87FB9F33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box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8634A-C695-7D4A-B5C1-DDE37A75D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18310-1E79-420A-3615-453EE6B81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359" y="1586294"/>
            <a:ext cx="5762667" cy="4524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ED5F4E-83DE-1358-DB2A-52916675114E}"/>
              </a:ext>
            </a:extLst>
          </p:cNvPr>
          <p:cNvSpPr txBox="1"/>
          <p:nvPr/>
        </p:nvSpPr>
        <p:spPr>
          <a:xfrm>
            <a:off x="9467850" y="6321744"/>
            <a:ext cx="147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Liu et al., (2017)</a:t>
            </a:r>
          </a:p>
        </p:txBody>
      </p:sp>
    </p:spTree>
    <p:extLst>
      <p:ext uri="{BB962C8B-B14F-4D97-AF65-F5344CB8AC3E}">
        <p14:creationId xmlns:p14="http://schemas.microsoft.com/office/powerpoint/2010/main" val="208737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23BF-CF5C-932C-354F-B2A3783D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simple slope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40A9-E4D7-3579-91AE-9F4BD82CE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BC1252-6282-A84F-D39F-704FC00D34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176"/>
          <a:stretch/>
        </p:blipFill>
        <p:spPr>
          <a:xfrm>
            <a:off x="1656427" y="1520824"/>
            <a:ext cx="9151883" cy="440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6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6411-65A3-6F87-A75B-151D6CAC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0499D965-80BD-3E4A-37AC-859F98A76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62" y="191549"/>
            <a:ext cx="8625731" cy="6666451"/>
          </a:xfrm>
        </p:spPr>
      </p:pic>
    </p:spTree>
    <p:extLst>
      <p:ext uri="{BB962C8B-B14F-4D97-AF65-F5344CB8AC3E}">
        <p14:creationId xmlns:p14="http://schemas.microsoft.com/office/powerpoint/2010/main" val="1239126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B65B-99D6-1D9C-B1F4-C158210D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24EE996-5448-CFAB-E8BF-E51B3F1D3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134012"/>
            <a:ext cx="8526780" cy="6589976"/>
          </a:xfrm>
        </p:spPr>
      </p:pic>
    </p:spTree>
    <p:extLst>
      <p:ext uri="{BB962C8B-B14F-4D97-AF65-F5344CB8AC3E}">
        <p14:creationId xmlns:p14="http://schemas.microsoft.com/office/powerpoint/2010/main" val="189615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52</Words>
  <Application>Microsoft Office PowerPoint</Application>
  <PresentationFormat>Widescreen</PresentationFormat>
  <Paragraphs>12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2024 R Workshop: Figures</vt:lpstr>
      <vt:lpstr>What did I make?</vt:lpstr>
      <vt:lpstr>We are going to explore: </vt:lpstr>
      <vt:lpstr>Sample box plot</vt:lpstr>
      <vt:lpstr>Sample simple slope plot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R Workship: Figures</dc:title>
  <dc:creator>Yingying Tang</dc:creator>
  <cp:lastModifiedBy>Yingying Tang</cp:lastModifiedBy>
  <cp:revision>1</cp:revision>
  <dcterms:created xsi:type="dcterms:W3CDTF">2024-01-07T22:25:24Z</dcterms:created>
  <dcterms:modified xsi:type="dcterms:W3CDTF">2024-01-19T17:09:19Z</dcterms:modified>
</cp:coreProperties>
</file>